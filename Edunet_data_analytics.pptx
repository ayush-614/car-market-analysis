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6" r:id="rId11"/>
    <p:sldId id="340" r:id="rId12"/>
    <p:sldId id="341" r:id="rId13"/>
    <p:sldId id="342" r:id="rId14"/>
    <p:sldId id="343" r:id="rId15"/>
    <p:sldId id="344" r:id="rId16"/>
    <p:sldId id="345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0" d="100"/>
          <a:sy n="70" d="100"/>
        </p:scale>
        <p:origin x="456" y="4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8/30/2026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8/30/2026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github.com/ayush-614/Car-Market-Analysis.git" TargetMode="Externa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4689" y="3934349"/>
            <a:ext cx="2752344" cy="861497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NAME: AYUSH SINHA 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636" y="2556143"/>
            <a:ext cx="7050487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</a:t>
            </a:r>
            <a:r>
              <a:rPr lang="en-IN" sz="3200" dirty="0"/>
              <a:t>Car Market Trends Analysis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5879130" y="3256384"/>
            <a:ext cx="3610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STU69df439a37b6a1776239514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949204" cy="43196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800" dirty="0"/>
              <a:t>* The used-car market contains vehicles with different prices, fuel types, transmission types, and usage levels.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 * It is difficult for everyday consumers to understand which specific factors have the greatest impact on a car's resale selling price.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 * Both buyers and sellers lack accessible, data-driven frameworks to evaluate a vehicle's fair market value.</a:t>
            </a:r>
          </a:p>
          <a:p>
            <a:pPr>
              <a:lnSpc>
                <a:spcPct val="100000"/>
              </a:lnSpc>
            </a:pPr>
            <a:r>
              <a:rPr lang="en-IN" sz="1800" dirty="0"/>
              <a:t> * This project </a:t>
            </a:r>
            <a:r>
              <a:rPr lang="en-IN" sz="1800" dirty="0" err="1"/>
              <a:t>analyzes</a:t>
            </a:r>
            <a:r>
              <a:rPr lang="en-IN" sz="1800" dirty="0"/>
              <a:t> historical Car Dekho data to uncover critical market trends and pricing patterns, supporting optimal purchasing and pricing decisions.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r>
              <a:rPr lang="en-IN" sz="2200" b="0" dirty="0"/>
              <a:t>* This project </a:t>
            </a:r>
            <a:r>
              <a:rPr lang="en-IN" sz="2200" b="0" dirty="0" err="1"/>
              <a:t>centers</a:t>
            </a:r>
            <a:r>
              <a:rPr lang="en-IN" sz="2200" b="0" dirty="0"/>
              <a:t> on exploratory data analysis (EDA) of automobile data using Python libraries (Pandas, NumPy, Matplotlib, and Seaborn).</a:t>
            </a:r>
            <a:br>
              <a:rPr lang="en-IN" sz="2200" b="0" dirty="0"/>
            </a:br>
            <a:br>
              <a:rPr lang="en-IN" sz="2200" b="0" dirty="0"/>
            </a:br>
            <a:r>
              <a:rPr lang="en-IN" sz="2200" b="0" dirty="0"/>
              <a:t> * The dataset evaluates core attributes: car name, manufacturing year, selling price, present showroom price, </a:t>
            </a:r>
            <a:r>
              <a:rPr lang="en-IN" sz="2200" b="0" dirty="0" err="1"/>
              <a:t>kilometers</a:t>
            </a:r>
            <a:r>
              <a:rPr lang="en-IN" sz="2200" b="0" dirty="0"/>
              <a:t> driven, fuel type, seller type, transmission type, and previous owner history. </a:t>
            </a:r>
            <a:br>
              <a:rPr lang="en-IN" sz="2200" b="0" dirty="0"/>
            </a:br>
            <a:br>
              <a:rPr lang="en-IN" sz="2200" b="0" dirty="0"/>
            </a:br>
            <a:r>
              <a:rPr lang="en-IN" sz="2200" b="0" dirty="0"/>
              <a:t>* By </a:t>
            </a:r>
            <a:r>
              <a:rPr lang="en-IN" sz="2200" b="0" dirty="0" err="1"/>
              <a:t>analyzing</a:t>
            </a:r>
            <a:r>
              <a:rPr lang="en-IN" sz="2200" b="0" dirty="0"/>
              <a:t> correlations and distributions between these attributes, the project highlights the primary macroeconomic and physical drivers behind used-car depreciation and valuation.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IN" dirty="0"/>
              <a:t>* Car Buyers: To cross-compare vehicle options, evaluate depreciation rates, and identify reasonable market purchase prices.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dirty="0"/>
              <a:t> * Car Sellers: To benchmark vehicle specifications against historical trends and estimate competitive selling prices.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dirty="0"/>
              <a:t>* Car Dealers: To understand localized consumer demand patterns and optimize vehicle inventory valuation.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dirty="0"/>
              <a:t> * Used-Car Businesses: To drive profitable pricing strategies and risk assessment models.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en-IN" sz="2400" dirty="0"/>
              <a:t>* Programming Language: Python (executed via Google </a:t>
            </a:r>
            <a:r>
              <a:rPr lang="en-IN" sz="2400" dirty="0" err="1"/>
              <a:t>Colab</a:t>
            </a:r>
            <a:r>
              <a:rPr lang="en-IN" sz="2400" dirty="0"/>
              <a:t>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IN" sz="2400" dirty="0"/>
              <a:t> * Data Manipulation &amp; Processing: Pandas and NumPy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IN" sz="2400" dirty="0"/>
              <a:t> * Data Visualization: Matplotlib and Seaborn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IN" sz="2400" dirty="0"/>
              <a:t>* Version Control &amp; Collaboration: GitHub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EE9F5F-C2AC-A613-1011-7F716C546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59" y="1201586"/>
            <a:ext cx="8327203" cy="334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1A8639-B82F-3F25-CEBC-F627C24B8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768" y="183421"/>
            <a:ext cx="4057904" cy="630395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8FBFF4-491A-093C-1DC6-7252ECF30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68" y="983126"/>
            <a:ext cx="7852664" cy="576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069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79B4A24F-1958-1EAC-4E97-0F4035F895C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D4881B-9792-DEFF-C106-6D0CC592E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6" y="1182560"/>
            <a:ext cx="6611811" cy="53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18EDA220-A275-5502-87A0-957B48A3A704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095AF1-A0EC-AB79-0F7A-AE0D64203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959" y="1210741"/>
            <a:ext cx="6947105" cy="528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72F3DA-D6F6-C6CE-BEDD-ECB9D4720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216" y="302293"/>
            <a:ext cx="4275138" cy="830997"/>
          </a:xfrm>
        </p:spPr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B1954E-6959-4F04-9A6D-4F02315DE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43" y="1133290"/>
            <a:ext cx="7515437" cy="5515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48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D80B4F-48B4-FD83-AA07-D9521C5EA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16" y="219997"/>
            <a:ext cx="3929888" cy="630395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E6AE5E-A9DC-6EC3-23A8-B3D2E3282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16" y="949737"/>
            <a:ext cx="7897804" cy="568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341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774009-B5CF-34CC-7764-C5B08E938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998" y="164931"/>
            <a:ext cx="3856736" cy="621250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3376B0-31D8-43D2-2B0B-57C4A7FE6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2" y="850544"/>
            <a:ext cx="7700818" cy="584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278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6922A3B-4D4D-B31E-3CF2-525E9EF00F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8428736" cy="30027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GITHUB link: </a:t>
            </a:r>
            <a:r>
              <a:rPr lang="en-US" dirty="0">
                <a:hlinkClick r:id="rId2"/>
              </a:rPr>
              <a:t>https://github.com/ayush-614/Car-Market-Analysis.git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05186A3-9140-AFAE-2354-8156835CA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F9F515-52B8-F112-A71D-04374EFF0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08" y="3264408"/>
            <a:ext cx="5290082" cy="336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906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70C393-7738-D0B8-B02C-022C6F199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461" y="1909523"/>
            <a:ext cx="6477333" cy="358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615</TotalTime>
  <Words>349</Words>
  <Application>Microsoft Office PowerPoint</Application>
  <PresentationFormat>Widescreen</PresentationFormat>
  <Paragraphs>35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-Car Market Trends Analysis</vt:lpstr>
      <vt:lpstr>PROBLEM  STATEMENT</vt:lpstr>
      <vt:lpstr>Project Description * This project centers on exploratory data analysis (EDA) of automobile data using Python libraries (Pandas, NumPy, Matplotlib, and Seaborn).   * The dataset evaluates core attributes: car name, manufacturing year, selling price, present showroom price, kilometers driven, fuel type, seller type, transmission type, and previous owner history.   * By analyzing correlations and distributions between these attributes, the project highlights the primary macroeconomic and physical drivers behind used-car depreciation and valuation. </vt:lpstr>
      <vt:lpstr>WHO ARE THE END USERS?</vt:lpstr>
      <vt:lpstr>Technology Used</vt:lpstr>
      <vt:lpstr>RESULTS </vt:lpstr>
      <vt:lpstr>RESULTS</vt:lpstr>
      <vt:lpstr>RESULTS </vt:lpstr>
      <vt:lpstr>RESULTS </vt:lpstr>
      <vt:lpstr>RESULTS</vt:lpstr>
      <vt:lpstr>RESULTS</vt:lpstr>
      <vt:lpstr>RESULTS</vt:lpstr>
      <vt:lpstr>RESULTS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Ayush Sinha</cp:lastModifiedBy>
  <cp:revision>94</cp:revision>
  <dcterms:created xsi:type="dcterms:W3CDTF">2021-07-11T13:13:15Z</dcterms:created>
  <dcterms:modified xsi:type="dcterms:W3CDTF">2026-08-30T12:46:03Z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